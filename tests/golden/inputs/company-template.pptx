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F5A7A"/>
                </a:solidFill>
                <a:latin typeface="WenQuanYi Zen Hei"/>
              </a:rPr>
              <a:t>公司演示模板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WenQuanYi Zen Hei"/>
              </a:rPr>
              <a:t>封面副标题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155448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F5A7A"/>
                </a:solidFill>
                <a:latin typeface="WenQuanYi Zen Hei"/>
              </a:rPr>
              <a:t>内容页标题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WenQuanYi Zen Hei"/>
              </a:rPr>
              <a:t>这里填写正文内容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1097280"/>
            <a:ext cx="2560320" cy="1463040"/>
          </a:xfrm>
          <a:prstGeom prst="rect">
            <a:avLst/>
          </a:prstGeom>
          <a:solidFill>
            <a:srgbClr val="1F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F5A7A"/>
                </a:solidFill>
                <a:latin typeface="WenQuanYi Zen Hei"/>
              </a:rP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WenQuanYi Zen Hei"/>
              </a:rPr>
              <a:t>模板结束页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1554480" cy="466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Golden Fixture</cp:lastModifiedBy>
  <cp:revision>1</cp:revision>
  <dcterms:created xsi:type="dcterms:W3CDTF">2026-01-01T00:00:00Z</dcterms:created>
  <dcterms:modified xsi:type="dcterms:W3CDTF">2026-01-01T00:00:00Z</dcterms:modified>
  <cp:category/>
</cp:coreProperties>
</file>